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사용률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LUT</c:v>
                  </c:pt>
                  <c:pt idx="1">
                    <c:v>FF</c:v>
                  </c:pt>
                  <c:pt idx="2">
                    <c:v>BRAM</c:v>
                  </c:pt>
                  <c:pt idx="3">
                    <c:v>DSP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18.6</c:v>
                </c:pt>
                <c:pt idx="1">
                  <c:v>3.2</c:v>
                </c:pt>
                <c:pt idx="2">
                  <c:v>1.1</c:v>
                </c:pt>
                <c:pt idx="3">
                  <c:v>0.24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ZCU102 보드에 구글 Coral NPU를 올려 신경망 추론을 동작시킨 프로젝트 발표입니다.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ZCU102 · Google Coral NPU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위에서 신경망 추론 실행하기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RISC-V NPU를 ZCU102에 올려  input → 추론 → output 을 실제로 동작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ZCU102 (XCZU9EG) · 베어메탈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39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NPU를 ZCU102에 올려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추론 → output 동작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10312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39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 NPU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Coral NPU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(RISC-V rv32imf_zve32x)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5196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0584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ZCU102 Rev 1.1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(XCZU9EG, ~600K 셀)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25196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방식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940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PetaLinux 없이 베어메탈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(ARM PS ↔ Coral PL, AXI4)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방향 전환: NVDLA → Coral NPU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9ECF5"/>
          </a:solidFill>
          <a:ln w="12700">
            <a:solidFill>
              <a:srgbClr val="D3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NVDLA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nv_small (초기 시작)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0" y="2423160"/>
            <a:ext cx="1371600" cy="54864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2011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Coral NPU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2026-07-15 교수님 지시로 전환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NVDLA 단계에서 확보해 그대로 재사용한 자산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ZCU102 부팅 절차 (SW6, SD 부팅, UART 콘솔)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부팅 5단계 이해: BootROM → FSBL → PMU/ATF → U-Boot → Linux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BOOT.bin 구조와 bootgen · .bif 작성법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1.1 보드의 구버전 FSBL 실패 원인 규명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2976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 — ARM Cortex-A53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베어메탈 로더 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W·X·b 주입 / Y 수신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프로그램을 ITCM에 적재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UART로 결과 출력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2011680"/>
            <a:ext cx="4297680" cy="3017520"/>
          </a:xfrm>
          <a:prstGeom prst="roundRect">
            <a:avLst>
              <a:gd name="adj" fmla="val 3030"/>
            </a:avLst>
          </a:prstGeom>
          <a:solidFill>
            <a:srgbClr val="2F3C7E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 — Coral NPU (FPGA)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2788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(RISC-V)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(SIMD)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ITCM 8KB / DTCM 32KB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CSR: reset · entry · status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3063240"/>
            <a:ext cx="19202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3977640"/>
            <a:ext cx="19202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headEnd type="triangle"/>
          </a:ln>
        </p:spPr>
      </p:sp>
      <p:sp>
        <p:nvSpPr>
          <p:cNvPr id="12" name="Text 10"/>
          <p:cNvSpPr/>
          <p:nvPr/>
        </p:nvSpPr>
        <p:spPr>
          <a:xfrm>
            <a:off x="51206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s_axi = 0x5_0000_0000  ·  ITCM +0x0 / DTCM +0x10000 / CSR +0x30000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흐름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099B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Chisel (Scala)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소스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79192" y="3200400"/>
            <a:ext cx="25603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24688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099B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2240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Bazel (WSL2)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175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생성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65192" y="3200400"/>
            <a:ext cx="25603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24688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099B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2240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Vivado 2026.1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비트스트림 합성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51192" y="3200400"/>
            <a:ext cx="25603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24688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099B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2240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bootgen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BOOT.bin 구성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37192" y="3200400"/>
            <a:ext cx="25603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8" name="Shape 26"/>
          <p:cNvSpPr/>
          <p:nvPr/>
        </p:nvSpPr>
        <p:spPr>
          <a:xfrm>
            <a:off x="9829800" y="246888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88900" dist="25400" dir="5400000">
              <a:srgbClr val="9099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66960" y="2240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755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 → ZCU102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755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부팅·실행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580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RTL은 Chisel로 작성돼 있어, Vivado 합성 전에 Bazel로 Verilog를 생성하는 단계가 필요하다.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마일스톤 — 전 단계 완료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5623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 동작 검증 (prebuilt 부팅)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185623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Bazel 환경, 예제 빌드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39572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51460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487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시뮬 실행 + 사이클 측정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239572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251460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487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RTL → ZCU102 합성 (bitstream)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054096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3172968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1455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7452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Design + AXI 연결 + 비트스트림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17920" y="3054096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3172968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31455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추론 → output + SD 부팅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3712464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383133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3803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874520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성능·리소스 측정 및 한계 분석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마감(8/31)보다 앞서 M0–M6 전 단계 완료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결과: NPU가 신경망 층을 계산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ReLU( W · X + b 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766560" cy="3840480"/>
          </a:xfrm>
          <a:prstGeom prst="roundRect">
            <a:avLst>
              <a:gd name="adj" fmla="val 1429"/>
            </a:avLst>
          </a:prstGeom>
          <a:solidFill>
            <a:srgbClr val="10142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Coral NPU: Fully-Connected Layer ===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[[ 1 -2  0  3],[ 2  1 -1  0],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[ 0  0  2  1],[-1  4  1  2]]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[3 1 2 5]   b = [0 -50 1 100]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  Y = [ 16  0  10  113 ]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Y[0]=16  OK   Y[1]=0  OK (ReLU)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Y[2]=10  OK   Y[3]=113 OK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0" y="23317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95528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부팅만으로 자동 실행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44805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행렬곱 + 편향 + ReLU = 완전연결층 1개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컴퓨터·JTAG 없이 보드 전원만으로 동작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· 리소스 사용량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사용 (51,105)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434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1회 실행 명령어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10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MHz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0010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클럭 (WNS +0.46)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XCZU9EG 자원 사용률 (%)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85800" y="3794760"/>
          <a:ext cx="5577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583680" y="3383280"/>
            <a:ext cx="49377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0" y="4114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10개 ≈ ITCM 8KB + DTCM 32KB (사양 일치)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6개뿐 → 곱셈이 DSP 아닌 LUT로 구현됨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코어가 사용량 대부분 (18% 수준)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 분석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곱셈기 = LUT 구현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곱셈은 정상 동작(mul 실측 확인). 단 DSP 아닌 LUT로 구현되어 면적·속도 효율은 개선 여지.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8483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039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칩 규모 (최대 이슈)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기본 타깃 xcvu13p 대비 ZU9EG는 약 6배 작음 → NPU 코어만 분리 합성.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3367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클럭 상한 50MHz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100MHz는 타이밍 위반 → 50MHz로 하향해 안정 동작.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9099B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33672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ZCU102 공식 미지원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4754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사내(Nexus) 보드 전제 → AXI wrapper·XDC 직접 작성으로 대응.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ZU9EG(목표 대비 1/6 규모)에서 NPU 코어 분리 합성 → 타이밍 확보 → PS↔NPU AXI 연결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베어메탈에서 신경망 완전연결층 추론까지 end-to-end 동작, SD 독립 부팅 확보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제약(HW 곱셈기·칩 규모·클럭)과 대응책을 정량적으로 정리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향후: HW 곱셈기·벡터 유닛 활성화 · 하드웨어 사이클 측정 · 더 큰 모델로 확장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2026-07-27T10:22:04Z</dcterms:created>
  <dcterms:modified xsi:type="dcterms:W3CDTF">2026-07-27T10:22:04Z</dcterms:modified>
</cp:coreProperties>
</file>