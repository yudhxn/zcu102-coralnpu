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bytes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float32</c:v>
                  </c:pt>
                  <c:pt idx="1">
                    <c:v>int8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9640</c:v>
                </c:pt>
                <c:pt idx="1">
                  <c:v>2368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F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A60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사용률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LUT</c:v>
                  </c:pt>
                  <c:pt idx="1">
                    <c:v>FF</c:v>
                  </c:pt>
                  <c:pt idx="2">
                    <c:v>BRAM</c:v>
                  </c:pt>
                  <c:pt idx="3">
                    <c:v>DSP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18.6</c:v>
                </c:pt>
                <c:pt idx="1">
                  <c:v>3.2</c:v>
                </c:pt>
                <c:pt idx="2">
                  <c:v>1.1</c:v>
                </c:pt>
                <c:pt idx="3">
                  <c:v>0.24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F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ZCU102 보드에 구글 Coral NPU를 올려 신경망 추론을 동작시킨 프로젝트 발표입니다.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ZCU102 · Google Coral NPU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FPGA 위에서 신경망 추론 실행하기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RISC-V NPU를 ZCU102에 올려  input → 추론 → output 을 실제로 동작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Xilinx ZCU102 (XCZU9EG) · 베어메탈 ·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프로젝트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256032" cy="25603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039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목표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NPU를 ZCU102에 올려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추론 → output 동작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2103120"/>
            <a:ext cx="256032" cy="256032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0" name="Text 8"/>
          <p:cNvSpPr/>
          <p:nvPr/>
        </p:nvSpPr>
        <p:spPr>
          <a:xfrm>
            <a:off x="6995160" y="2039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대상 NPU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629400" y="25603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Coral NPU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(RISC-V rv32imf_zve32x)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60120" y="4251960"/>
            <a:ext cx="256032" cy="256032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18795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보드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05840" y="4709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Xilinx ZCU102 Rev 1.1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(XCZU9EG, ~600K 셀)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4251960"/>
            <a:ext cx="256032" cy="256032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418795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방식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29400" y="4709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PetaLinux 없이 베어메탈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(ARM PS ↔ Coral PL, AXI4)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방향 전환: NVDLA → Coral NPU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9ECF5"/>
          </a:solidFill>
          <a:ln w="12700">
            <a:solidFill>
              <a:srgbClr val="D3D9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0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NVIDIA NVDLA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nv_small (초기 시작)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83480" y="2423160"/>
            <a:ext cx="1371600" cy="54864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0" y="201168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2F3C7E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Coral NPU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697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2026-07-15 교수님 지시로 전환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NVDLA 단계에서 확보해 그대로 재사용한 자산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448056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ZCU102 부팅 절차 (SW6, SD 부팅, UART 콘솔)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부팅 5단계 이해: BootROM → FSBL → PMU/ATF → U-Boot → Linux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BOOT.bin 구조와 bootgen · .bif 작성법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1.1 보드의 구버전 FSBL 실패 원인 규명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아키텍처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42976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5400">
            <a:solidFill>
              <a:srgbClr val="2F3C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 — ARM Cortex-A53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78892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베어메탈 로더 앱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W·X·b 주입 / Y 수신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프로그램을 ITCM에 적재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UART로 결과 출력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040880" y="2011680"/>
            <a:ext cx="4297680" cy="3017520"/>
          </a:xfrm>
          <a:prstGeom prst="roundRect">
            <a:avLst>
              <a:gd name="adj" fmla="val 3030"/>
            </a:avLst>
          </a:prstGeom>
          <a:solidFill>
            <a:srgbClr val="2F3C7E"/>
          </a:solidFill>
          <a:ln w="25400">
            <a:solidFill>
              <a:srgbClr val="2F3C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0" y="21945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 — Coral NPU (FPGA)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0" y="278892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 (RISC-V)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(SIMD)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ITCM 8KB / DTCM 32KB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CSR: reset · entry · status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20640" y="3063240"/>
            <a:ext cx="192024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0640" y="3977640"/>
            <a:ext cx="192024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  <a:headEnd type="triangle"/>
          </a:ln>
        </p:spPr>
      </p:sp>
      <p:sp>
        <p:nvSpPr>
          <p:cNvPr id="12" name="Text 10"/>
          <p:cNvSpPr/>
          <p:nvPr/>
        </p:nvSpPr>
        <p:spPr>
          <a:xfrm>
            <a:off x="5120640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s_axi = 0x5_0000_0000  ·  ITCM +0x0 / DTCM +0x10000 / CSR +0x30000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개발 흐름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88900" dist="25400" dir="5400000">
              <a:srgbClr val="9099B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Chisel (Scala)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소스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79192" y="3200400"/>
            <a:ext cx="256032" cy="27432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10" name="Shape 8"/>
          <p:cNvSpPr/>
          <p:nvPr/>
        </p:nvSpPr>
        <p:spPr>
          <a:xfrm>
            <a:off x="2971800" y="246888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88900" dist="25400" dir="5400000">
              <a:srgbClr val="9099B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22402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01752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Bazel (WSL2)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017520" y="3566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Verilog 생성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65192" y="3200400"/>
            <a:ext cx="256032" cy="27432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246888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88900" dist="25400" dir="5400000">
              <a:srgbClr val="9099B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94960" y="22402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0352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Vivado 2026.1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0" y="3566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비트스트림 합성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251192" y="3200400"/>
            <a:ext cx="256032" cy="27432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46888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88900" dist="25400" dir="5400000">
              <a:srgbClr val="9099B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80960" y="22402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58952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bootgen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BOOT.bin 구성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537192" y="3200400"/>
            <a:ext cx="256032" cy="27432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28" name="Shape 26"/>
          <p:cNvSpPr/>
          <p:nvPr/>
        </p:nvSpPr>
        <p:spPr>
          <a:xfrm>
            <a:off x="9829800" y="246888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  <a:effectLst>
            <a:outerShdw sx="100000" sy="100000" kx="0" ky="0" algn="bl" rotWithShape="0" blurRad="88900" dist="25400" dir="5400000">
              <a:srgbClr val="9099B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966960" y="22402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87552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 → ZCU102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875520" y="3566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부팅·실행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85800" y="4846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 RTL은 Chisel로 작성돼 있어, Vivado 합성 전에 Bazel로 Verilog를 생성하는 단계가 필요하다.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마일스톤 — 전 단계 완료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5623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837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8288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87452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보드 동작 검증 (prebuilt 부팅)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45936" y="185623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345936" y="1837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0" y="18288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5236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 + Bazel 환경, 예제 빌드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2395728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2514600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24871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874520" y="2487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Verilator 시뮬 실행 + 사이클 측정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17920" y="2395728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2514600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6345936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66560" y="24871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52360" y="2487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 RTL → ZCU102 합성 (bitstream)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" y="3054096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" y="3172968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88720" y="31455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74520" y="31455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Design + AXI 연결 + 비트스트림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3054096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45936" y="3172968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34593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66560" y="31455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452360" y="31455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추론 → output + SD 부팅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640080" y="3712464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8096" y="3831336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813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88720" y="38039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874520" y="38039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성능·리소스 측정 및 한계 분석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6263640" y="50292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마감(8/31)보다 앞서 M0–M6 전 단계 완료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최종 데모: NPU가 손글씨를 읽는다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 8x8 · 학습된 MLP(64-32-10) · int8 양자화 추론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943600" cy="4023360"/>
          </a:xfrm>
          <a:prstGeom prst="roundRect">
            <a:avLst>
              <a:gd name="adj" fmla="val 1364"/>
            </a:avLst>
          </a:prstGeom>
          <a:solidFill>
            <a:srgbClr val="10142E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377440"/>
            <a:ext cx="5486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==@@%%==        ::**@@@@::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@@@@@@..      ..%%**++@@::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..@@@@++          ::  ++##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..@@@@**          --%%@@@@**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--@@@@##          ++@@##::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@@@@**            ##--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@@@@++          ::@@::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--%%%%          ==@@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NPU -&gt; 1  (label 1) OK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NPU -&gt; 7  (label 7) OK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===== 10 / 10 correct =====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219456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7086600" y="23774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/ 10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086600" y="32461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0~9 손글씨 전부 정확 인식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0" y="406908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9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학습된 모델 (scikit-learn digits)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9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정수 연산만으로 추론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9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작성 → riscv gcc(rv32im) 빌드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C9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 부팅만으로 자동 실행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int8 양자화: 정확도는 그대로, 메모리는 1/4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98.00%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85800" y="2697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float32 정확도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43400" y="17830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98.00%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343400" y="2697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정확도 (손실 0)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01000" y="17830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4.0x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8001000" y="2697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가중치 메모리 절감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가중치 메모리 (bytes)</a:t>
            </a:r>
            <a:endParaRPr lang="en-US" sz="16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85800" y="3840480"/>
          <a:ext cx="53949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6492240" y="3429000"/>
            <a:ext cx="50292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6656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방법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766560" y="41605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대칭 양자화: q = round(r / (max|r|/127))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가중치·입력 int8, 누적은 int32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층간 재양자화를 고정소수점으로: (a x 1792) &gt;&gt; 20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부동소수 연산 0회 — 정수만으로 추론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성능 · 리소스 사용량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18.6%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 사용 (51,105)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4340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345 us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34340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 추론 1회 (50MHz)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0100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MHz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00100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 클럭 (WNS +0.46)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383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XCZU9EG 자원 사용률 (%)</a:t>
            </a:r>
            <a:endParaRPr lang="en-US" sz="16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85800" y="3794760"/>
          <a:ext cx="55778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6583680" y="3383280"/>
            <a:ext cx="4937760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0" y="3611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읽는 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858000" y="41148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BRAM 10개 ≈ ITCM 8KB + DTCM 32KB (사양 일치)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 6개뿐 → 곱셈이 DSP 아닌 LUT로 구현됨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NPU 코어가 사용량 대부분 (18% 수준)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한계 분석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8483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66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2039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곱셈기 = LUT 구현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곱셈은 정상 동작(mul 실측 확인). 단 DSP 아닌 LUT로 구현되어 면적·속도 효율은 개선 여지.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08483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066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40880" y="2039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칩 규모 (최대 이슈)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29400" y="260604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 기본 타깃 xcvu13p 대비 ZU9EG는 약 6배 작음 → NPU 코어만 분리 합성.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23367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18795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클럭 상한 50MHz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5840" y="4754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100MHz는 타이밍 위반 → 50MHz로 하향해 안정 동작.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393192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23367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0" y="418795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ZCU102 공식 미지원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29400" y="4754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사내(Nexus) 보드 전제 → AXI wrapper·XDC 직접 작성으로 대응.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572000"/>
            <a:ext cx="3840480" cy="384048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3291840" cy="3291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결론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ZU9EG(목표 대비 1/6 규모)에서 NPU 코어 분리 합성 → 타이밍 확보 → PS↔NPU AXI 연결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베어메탈에서 MNIST 손글씨 인식까지 end-to-end 동작 (int8, 10/10 정확), SD 독립 부팅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제약(HW 곱셈기·칩 규모·클럭)과 대응책을 정량적으로 정리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향후: HW 곱셈기·벡터 유닛 활성화 · 하드웨어 사이클 측정 · 더 큰 모델로 확장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2026-07-28T05:17:03Z</dcterms:created>
  <dcterms:modified xsi:type="dcterms:W3CDTF">2026-07-28T05:17:03Z</dcterms:modified>
</cp:coreProperties>
</file>